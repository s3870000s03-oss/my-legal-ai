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2" d="100"/>
          <a:sy n="102" d="100"/>
        </p:scale>
        <p:origin x="89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72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2E75B6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31520" y="457200"/>
            <a:ext cx="914400" cy="91440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생활법률 AI 상담 에이전트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+ Real-time 판례 검색 기반 AI 법률 분석 도구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발표 | AI도구 활용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스마트콘텐츠학과</a:t>
            </a: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2021145053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이기성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5개 법률 카테고리 &amp; 채팅 기반 UI</a:t>
            </a:r>
            <a:endParaRPr lang="en-US" sz="2200" dirty="0"/>
          </a:p>
        </p:txBody>
      </p:sp>
      <p:pic>
        <p:nvPicPr>
          <p:cNvPr id="5" name="Image 0" descr="/home/claude/imgs/s2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68680"/>
            <a:ext cx="50292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868680"/>
            <a:ext cx="3200400" cy="320040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852160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지원 카테고리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97880" y="1490472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임대차 분쟁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97880" y="1901952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2636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절도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97880" y="2313432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26364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97880" y="2724912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2636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교통사고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897880" y="3136392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26364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거래 사기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52160" y="3566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대화형 인터페이스로 일반인이 쉽게 사용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4297680"/>
            <a:ext cx="850392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48640" y="42976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응답에 면책 조항 자동 포함 — 법률 조언이 아닌 참고용 분석 도구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구조</a:t>
            </a:r>
            <a:endParaRPr lang="en-US" sz="2200" dirty="0"/>
          </a:p>
        </p:txBody>
      </p:sp>
      <p:pic>
        <p:nvPicPr>
          <p:cNvPr id="5" name="Image 0" descr="/home/claude/imgs/s3_vs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37260"/>
            <a:ext cx="11848543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23360" y="742188"/>
            <a:ext cx="4572000" cy="411480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48056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파일 구성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8056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5508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화면 (채팅 UI)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80560" y="17465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ChatPage.jsx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55080" y="17465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채팅 화면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80560" y="2075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InfoPage.jsx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55080" y="20756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안내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80560" y="2404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55080" y="2404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데이터 (법률/판례)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80560" y="2734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cases.json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55080" y="2734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판례 샘플 데이터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80560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laws.json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55080" y="3063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법령 데이터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480560" y="33924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55080" y="33924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로직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80560" y="3721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api.js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55080" y="3721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API 호출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480560" y="4050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lawApi.js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55080" y="4050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대법원 판례 API + 키워드 추출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8056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promptBuilder.js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55080" y="43799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자동 조립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 API 3종 — 역할 분리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834640" cy="411480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834640" cy="4572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Groq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분석 엔진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2004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추출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판례 선별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분석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868680"/>
            <a:ext cx="2834640" cy="411480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246120" y="868680"/>
            <a:ext cx="283464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337560" y="868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대법원 OpenAPI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3756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law.go.kr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37560" y="1691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실시간 판례 검색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37560" y="32004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검색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조회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사건명 매칭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17920" y="868680"/>
            <a:ext cx="2834640" cy="411480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217920" y="868680"/>
            <a:ext cx="283464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6309360" y="868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promptBuilder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30936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조립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309360" y="1691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자동 생성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309360" y="32004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법령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판례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조합</a:t>
            </a:r>
            <a:endParaRPr lang="en-US" sz="12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BF72DA8-06E3-FF5A-B941-98BE75074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470" y="2057400"/>
            <a:ext cx="2567940" cy="1143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44455407-5614-0575-4A2F-3944D2BBA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375" y="2057400"/>
            <a:ext cx="2435305" cy="166516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F27AED0-C712-4125-0B9E-1D1ECE603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057400"/>
            <a:ext cx="2651760" cy="10858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26EF257-D592-E290-D2BB-A8B97B015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27537"/>
            <a:ext cx="8961120" cy="4855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키워드 추출 기반 판례 검색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50392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상황 입력 → AI가 사건명 매칭용 법률 키워드 8~10개 자동 추출 → 키워드별 병렬 검색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F12 콘솔 로그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실제 검색 결과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65760" y="3429000"/>
            <a:ext cx="8503920" cy="146304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54864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포인트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3840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사건명 매칭형 키워드</a:t>
            </a:r>
            <a:r>
              <a:rPr lang="en-US" sz="1200" dirty="0">
                <a:solidFill>
                  <a:srgbClr val="1E293B"/>
                </a:solidFill>
              </a:rPr>
              <a:t> - '교통사고처리특례법위반', '도주치상' 같은 실제 사건명에 들어갈 단어로 변환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병렬 검색</a:t>
            </a:r>
            <a:r>
              <a:rPr lang="en-US" sz="1200" dirty="0">
                <a:solidFill>
                  <a:srgbClr val="1E293B"/>
                </a:solidFill>
              </a:rPr>
              <a:t> - 8~10개 키워드를 동시에 요청하여 검색 범위 확장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중복 제거</a:t>
            </a:r>
            <a:r>
              <a:rPr lang="en-US" sz="1200" dirty="0">
                <a:solidFill>
                  <a:srgbClr val="1E293B"/>
                </a:solidFill>
              </a:rPr>
              <a:t> - 키워드별 중복 판례 자동 제거 → 28~29건 수집</a:t>
            </a:r>
            <a:endParaRPr lang="en-US" sz="12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CCCB895-8800-DD0B-67DA-49C908626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73172"/>
            <a:ext cx="4023360" cy="15577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A8CEA08-4E1E-22C5-4875-B1FF63A24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737360"/>
            <a:ext cx="4114800" cy="15577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유사 판례 선별 + 상세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50392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수집된 28~29개 판례 중 AI가 사용자 상황과 가장 유사한 5개를 자동 선별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463040"/>
            <a:ext cx="4114800" cy="219456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93776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selectBestCases 로직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192024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1. 후보 판례 목록 + 사용자 상황을 AI에 전달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2. AI가 가장 유사한 5개 인덱스 응답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3. 응답 파싱 후 5개 미만이면 자동 보완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4. 선별된 판례 본문까지 조회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→ 1차 검색(28건) → 2차 AI 선별(5건)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3840480"/>
            <a:ext cx="8503920" cy="1051560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4864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2단계 선별이 필요한가?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매칭만으로는 사건명이 비슷해도 실제 상황은 다를 수 있음. 예를 들어 '교통사고' 판례여도 신호위반/추돌/뺑소니/음주 등 양상이 다양함. AI가 사용자 상황(예: 고속도로 추돌 100:0)과 가장 가까운 판례만 골라야 분석 정확도가 올라감.</a:t>
            </a:r>
            <a:endParaRPr lang="en-US" sz="11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11C0261-0C07-B59A-6A84-4D2AF6190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91615"/>
            <a:ext cx="4114800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실제 상담 시연 — 단계별 대화 흐름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카테고리 선택 + 상황 입력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0" y="868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AI의 후속 질문 + 사용자 답변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65760" y="4617720"/>
            <a:ext cx="8503920" cy="411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457200" y="46177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카테고리별 보충 질문을 자동 생성하여 사용자가 모르는 핵심 정보를 단계적으로 수집</a:t>
            </a:r>
            <a:endParaRPr lang="en-US" sz="12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82374F5-FF62-FDFD-7B76-82A190A86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41935"/>
            <a:ext cx="4290457" cy="32004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517C8A4-1520-58B9-02FB-28A38828B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241935"/>
            <a:ext cx="41605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분석 결과 — 6단계 상세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적용 법 조항 + 핵심 분석 + 유사 판례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54880" y="868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예상 결과 (확률 %) + 해결 방안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65760" y="4434840"/>
            <a:ext cx="8503920" cy="64008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54864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지식 보완 기능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대법원 API에서 충분한 판례를 못 찾으면 AI 학습 지식으로 자동 보완하고 "(AI 지식 기반)" 표시 — API 한계 보완</a:t>
            </a:r>
            <a:endParaRPr lang="en-US" sz="11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BDB9571-DA3A-1B22-FD71-6DE72D121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0" y="1169232"/>
            <a:ext cx="4384529" cy="324732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1BD9B38-AC14-5F64-AA0A-3176C8A13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030" y="1169232"/>
            <a:ext cx="4534429" cy="30594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추가 질문 기능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669280" y="868680"/>
            <a:ext cx="3200400" cy="329184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852160" y="960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맥락을 기억하는 후속 질문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52160" y="137160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분석 결과를 받은 후에도 후속 질문을 자유롭게 가능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이전 대화 맥락을 기억하여 이어지는 답변 제공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</a:rPr>
              <a:t>예시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· 보험사 과실 비율 분쟁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· 합의 절차 문의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· 추가 증거 수집 방법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4343400"/>
            <a:ext cx="8503920" cy="502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57200" y="4343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단발성 분석이 아니라, 실제 상담처럼 대화를 이어갈 수 있는 것이 핵심</a:t>
            </a:r>
            <a:endParaRPr lang="en-US" sz="12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10EEFD7-161F-028C-A166-ACF2F809E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6" y="822960"/>
            <a:ext cx="5548624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한계점 및 개선 방향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503920" cy="86868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411480" cy="41148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005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예상 확률은 AI 추정치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2984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판례를 검색해 가져오지만, 예상 확률은 그 판례에 대한 AI 추정치이지 실제 판결 결과를 집계한 통계가 아님. 향후 판례 결과를 직접 집계하면 근거 있는 확률 제공 가능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8503920" cy="86868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1965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보완 판례는 예측 정보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2585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API에서 관련 판례를 충분히 못 찾으면 AI가 학습 지식으로 보완. 이는 실제 검색된 판례가 아닌 예측 정보라 사건번호·판결이 부정확할 수 있어 "(AI 지식 기반)"으로 구분 표시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8503920" cy="86868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29260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판례 본문 조회 제약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2186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현재는 판례의 제목·요약만 수집. 본문 전체를 가져오려면 백엔드 서버가 필요하나, </a:t>
            </a:r>
            <a:r>
              <a:rPr lang="en-US" altLang="ko-KR" sz="1050" dirty="0"/>
              <a:t>AI</a:t>
            </a:r>
            <a:r>
              <a:rPr lang="ko-KR" altLang="en-US" sz="1050" dirty="0"/>
              <a:t>를 활용한 분석으로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향후 백엔드 도입 시 본문 전체 분석 가능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8503920" cy="86868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886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판례 수집 범위 제한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17880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판례는 카테고리당 수백 건(예: 교통사고 461건)이 있으나, 키워드당 5개씩 약 30개만 수집. 많이 가져오면 느려지고 관련 없는 판례가 섞여 속도·정확도 균형을 위해 의도적으로 제한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5862</TotalTime>
  <Words>698</Words>
  <Application>Microsoft Office PowerPoint</Application>
  <PresentationFormat>화면 슬라이드 쇼(16:9)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생활법률 AI 상담 에이전트</dc:title>
  <dc:subject>PptxGenJS Presentation</dc:subject>
  <dc:creator>이기성</dc:creator>
  <cp:lastModifiedBy>이기성</cp:lastModifiedBy>
  <cp:revision>4</cp:revision>
  <dcterms:created xsi:type="dcterms:W3CDTF">2026-06-06T21:13:26Z</dcterms:created>
  <dcterms:modified xsi:type="dcterms:W3CDTF">2026-06-10T23:57:32Z</dcterms:modified>
</cp:coreProperties>
</file>